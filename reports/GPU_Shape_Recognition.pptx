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81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Shape Recognition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Image Processing and Fourier Descriptors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EN605.617 Introduction to GPU Programming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William Sung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CUDA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7432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NPP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27432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2A8FF"/>
                </a:solidFill>
              </a:rPr>
              <a:t>cuFFT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B341"/>
                </a:solidFill>
              </a:rPr>
              <a:t>C++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GPU Pipeline  ·  NVIDIA Libraries  ·  Fourier Descriptor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GPU?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is embarrassingly parallel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5720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independent, no inter-pixel dependencies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5720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 for blur/edge detection map perfectly to GPU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45720" cy="7772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083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 Ready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Fourier Transforms run natively on GPU memory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49624"/>
            <a:ext cx="5029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849624"/>
            <a:ext cx="45720" cy="7772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895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Libraries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970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and cuFFT already optimized for image workloads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262,144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576072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in a 512×512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01168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simultaneously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7 pipeline stages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advantage compounds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single stage.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Generalized Fourier Descriptor for Object Recognition Using CUDA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"Fast Generalized Fourier Descriptor for Object Recognition Using CUDA"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blur, and edge detection all run via NPP on the GPU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CCL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labeling parallelized via iterative label propagation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764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92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 Descriptors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194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Descriptors computed via cuFFT — faster than CPU FFT for many contours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520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classifier on normalized frequency spectrum — no ML needed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shape's outline → run FFT → check which frequencies are loud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411480" cy="4114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 → Grayscale → Gaussian Blur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411480" cy="4114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Edges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Filter → Binary Threshold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Blobs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87452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 Labeling (CCL)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108960"/>
            <a:ext cx="411480" cy="41148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Path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Moore-Neighbor Contour Tracing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37560" y="3108960"/>
            <a:ext cx="411480" cy="41148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657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z[n] = x[n]+jy[n] → cuFFT → Z[k]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3108960"/>
            <a:ext cx="411480" cy="4114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108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36576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d2&gt;0.08→Triangle, d3&gt;0.08→Rect, else→Circle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sequential stages — GPU, CPU, and NVIDIA libraries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4114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170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Grayscale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197864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0" y="1197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NPP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0" y="118872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out_1_gray.pgm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1572768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32004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Gaussian Blur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171907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NPP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0" y="170992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out_2_blurred.pgm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" y="2093976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185416"/>
            <a:ext cx="320040" cy="4114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18541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Sobel Edges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06240" y="224028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2A8FF"/>
                </a:solidFill>
              </a:rPr>
              <a:t>NPP+CUDA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23113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out_3_edges.pgm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" y="2615184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706624"/>
            <a:ext cx="320040" cy="41148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270662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2734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Threshold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06240" y="276148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0" y="2761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B341"/>
                </a:solidFill>
              </a:rPr>
              <a:t>CUDA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275234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out_4_binary.pgm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" y="3136392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3227832"/>
            <a:ext cx="320040" cy="4114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22783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" y="3255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CCL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06240" y="328269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78166">
              <a:alpha val="25000"/>
            </a:srgbClr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3282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8166"/>
                </a:solidFill>
              </a:rPr>
              <a:t>CUDA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52160" y="327355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out_5_labels.pgm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" y="3657600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749040"/>
            <a:ext cx="320040" cy="4114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749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37764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Contour Trace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206240" y="3803904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B949E">
              <a:alpha val="25000"/>
            </a:srgbClr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06240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CPU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0" y="379476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out_6_contours.pgm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" y="4178808"/>
            <a:ext cx="64008" cy="91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65760" y="4270248"/>
            <a:ext cx="320040" cy="4114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42702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" y="4297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— Fourier FFT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206240" y="432511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06240" y="43251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cuFFT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2160" y="431596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(shape name)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1–3: NPP Image Processing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Performance Primitives — no custom kernels needed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10972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Grayscale Conversion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nppiRGBToGray_8u_AC4C1R_Ctx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BT.601 luminance weights: 0.299·R + 0.587·G + 0.114·B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match human eye sensitivity, green contributes most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54864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Gaussian Blur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nppiFilterGauss_8u_C1R_Ctx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266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(2r+1)² — default r=3 → 7×7 kernel, range r=1–5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high-frequency noise before edge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54864" cy="10972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Sobel Edge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nppiFilterSobelHorizBorder + nppiFilterSobelVertBorder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885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and Gy computed separately (16-bit), magnitude via custom kernel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507992"/>
            <a:ext cx="7863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= clamp(√(Gx²+Gy²), 0, 255), stored as 8-bit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Binary Threshold &amp; Parameter Effects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main knobs users control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91440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Binary Threshold (CUDA Kernel)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threshold_kernel: pixel &gt;= edge_thresh → 255, else → 0  |  Default: 40  |  256 threads/block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Simiplest kernel in the pipeline, one comparison, one write per thread.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Radius (r)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r=3 (7×7 kernel)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Too 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(r=1): sharp edges, but noise survives → spurious components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Too 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(r=5): noise suppressed, but edges soften and shapes may merge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11480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304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Threshold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40  |  Range: 1–254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9443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Too 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(20): catches weak edges but noisy → bloated binary map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118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Too High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8221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(80+): clean map but may break contour → 'unknown'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91947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blur=3, thresh=40  |  For noisy images: blur=5, thresh=35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Connected Component Labeling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label propagation with ping-pong buffers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10515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Init Kernel (ccl_init_kernel)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foreground pixel: label = linear pixel index (unique ID). Background: sentinel 0xFFFFFFFF.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54864" cy="10515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Propagate Kernel (ccl_propagate_kernel)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adopts the MINIMUM label among its 8-connected neighbors. Read from buffer A → write to buffer B, then swap. Repeat until no labels change.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54864" cy="105156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850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CPU Post-Processing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labels, count component sizes, drop components &lt; 50 pixels (noise filter), remap IDs to sequential 1, 2, 3…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6 &amp; 7: Contour Tracing + Fourier Descriptors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boundary trace feeds GPU frequency-domain classifier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Contour Tracing (CPU)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Moore-Neighbor Boundary Trace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topmost-leftmost pixel → start point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backtrack direction = West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8 neighbors clockwise from (backtrack+1) % 8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to first foreground neighbor found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path returns to start pixel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limit: 4 × width × height iterations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by nature — not parallelizable without redesign. Not a bottleneck for typical sizes (&lt;5000 pts).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54864" cy="3657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 — Fourier Descriptors (cuFFT)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C2C FFT on complex contour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8745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z[n] = x[n] + j·y[n]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FFT: Z[k] = cuFFT(z[n])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norm = |Z[1]|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= max(|Z[2]|,|Z[N-2]|) / norm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= max(|Z[3]|,|Z[N-3]|) / norm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d2&gt;0.08 &amp; d2&gt;d3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39319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TRIANGLE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4206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d3&gt;0.08 &amp; d3&gt;d2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4206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RECTANGLE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4480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CIRCLE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Fourier Descriptors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corners → frequency harmonics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411480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no corners → no angular discontinuities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at DC (Z[0]) and Z[1]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and d3 both small (&lt;0.08)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907792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999232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pure sine wave — smooth, single frequency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51760" cy="411480"/>
          </a:xfrm>
          <a:prstGeom prst="rect">
            <a:avLst/>
          </a:prstGeom>
          <a:solidFill>
            <a:srgbClr val="F78166">
              <a:alpha val="30000"/>
            </a:srgbClr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vertices = 3 sharp direction changes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212848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energy at harmonic 2 (d2)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&gt;&gt; d3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2907792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2999232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corners create 3rd-order periodicity → 2nd harmonic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44768" y="166420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right-angle corners = 4 direction changes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2212848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energy at harmonic 3 (d3)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&gt;&gt; d2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2907792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2999232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corners create 4th-order periodicity → 3rd harmonic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974336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by |Z[1]| removes scale &amp; rotation dependence — same descriptor regardless of shape size or orientation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Libraries &amp; Custom Kernels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NPP, cuFFT, and hand-written CUDA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Performance Primitives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65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nppig — image geometry (color conversion)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nppif — image filter (Gaussian, Sobel)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nppc — core 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3566160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3639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NppStreamContext with device properties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6517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51760" cy="457200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cuFFT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Fourier Transform Library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965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C2C complex-to-complex transform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cufftPlan1d per contour, destroyed after use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buffers pre-allocated at max contour 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3566160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3639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mixed-radix algorithms + shared memory tiling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65176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51760" cy="457200"/>
          </a:xfrm>
          <a:prstGeom prst="rect">
            <a:avLst/>
          </a:prstGeom>
          <a:solidFill>
            <a:srgbClr val="D2A8FF">
              <a:alpha val="25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44768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CUDA Kernels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44768" y="1645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for missing NPP 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4768" y="19659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sobel_magnitude_kernel (Stage 3)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threshold_kernel (Stage 4)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ccl_init_kernel, ccl_propagate_kernel (Stage 5)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3566160"/>
            <a:ext cx="242316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3639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where NPP has no equivalent function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vs GPU timing comparison + 22 automated checks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4864" cy="36576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(benchmark.py)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runs per config, median time reported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 via time.perf_counter() (ms)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sizes: 512×512 → 4096×4096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blur/threshold configurations tested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benchmark_configs.png, benchmark_scaling.png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speedup: 2–5× at 512×512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10–20× at 4096×4096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overhead is fixed — parallelism pays off more as image size grows.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54864" cy="3657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(validate.cpp)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62763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automated statistical checks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mean, stddev, min, max, nonzero fraction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Grayscale: mean ∈ [10,245], stddev &gt;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Blur: stddev ≤ gray stddev, mean within 20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max=255, min=0, 0.5%–15% nonzero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0 = all pass, 1 = any failure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4480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bounds — not pixel-exact — catches real failures robustly.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one stage per file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orchestrates all 7 stages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93976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types and function declarations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44952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npp_stages.cu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1–3: grayscale, blur, Sobel (NPP)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95928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59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sobel_threshold.cu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binary threshold kernel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207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ccl.cu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connected component labeling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93976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contour.cpp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6: Moore-neighbor contour tracing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44952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fourier_desc.cu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cuFFT Fourier descriptors + classifier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995928"/>
            <a:ext cx="411480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059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image_io.cpp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407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load (stb_image) and PGM save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91947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CUDA Toolkit 12.6  ·  g++  ·  nvcc  ·  sm_86 (RTX 30xx)  |  GUI: tests/gui.py (tkinter + Pillow)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tradeoffs — each choice was deliberate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for Stages 1–3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73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optimized, correct results guaranteed — avoid reinventing well-tested kernels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123444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234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Contour Tracing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6733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algorithm — each step depends on the previous. Not a bottleneck at typical sizes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04872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4963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Ping-Pong Buffering (CCL)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293522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buffers alternate read/write — prevents read-after-write races in iterative stencil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04872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4963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2496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C2C FFT (complex-to-complex)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293522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as z[n]=x+jy enables checking Z[k] and Z[N-k] to handle CW/CCW trace direction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66744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7581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7581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Thresholds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1970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d2, d3 &gt; 0.08 works on test set — no training needed for proof-of-concept scope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66744"/>
            <a:ext cx="41148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7581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375818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Classifier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1970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 training data, fully explainable — Fourier approach sufficient for 3 shapes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8A6FF">
              <a:alpha val="7000"/>
            </a:srgbClr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circles, rectangles, and triangles end-to-end from PNG/JPG/PPM input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stages GPU-accelerated (except sequential contour tracing)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automated validation checks pass on 7 synthetic test images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enables interactive parameter tuning with per-stage visualization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761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269748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2761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CCL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2761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Ping-Pong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Race-free Iter.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697480"/>
            <a:ext cx="19202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2761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Descriptor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contour tracing  ·  Learned thresholds  ·  Extend to arbitrary polygons  ·  cuFFT plan caching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EN605.617 — Introduction to GPU Programming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1764</Words>
  <Application>Microsoft Office PowerPoint</Application>
  <PresentationFormat>On-screen Show (16:9)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GPU-Accelerated Shape Recognition Pipeline</dc:title>
  <dc:subject>PptxGenJS Presentation</dc:subject>
  <dc:creator>PptxGenJS</dc:creator>
  <cp:lastModifiedBy>William Sung</cp:lastModifiedBy>
  <cp:revision>3</cp:revision>
  <dcterms:created xsi:type="dcterms:W3CDTF">2026-04-25T13:02:23Z</dcterms:created>
  <dcterms:modified xsi:type="dcterms:W3CDTF">2026-04-25T13:16:01Z</dcterms:modified>
</cp:coreProperties>
</file>